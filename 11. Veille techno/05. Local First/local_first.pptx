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D4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0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Repenser 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 Web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nouvelle éthique du logiciel : données locales, collaboration globale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Ink &amp; Switch · Local First Conference · alexop.dev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DU CLOUD-FIRST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9144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constante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Spinners de chargement à chaque sauvegarde, dépendance permanente au réseau.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9144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887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contrôle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459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appartiennent au fournisseur — si le service s'arrête, vous perdez tout.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34640"/>
            <a:ext cx="9144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71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croissante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entières d'experts (front, back, DevOps) juste pour déployer une app.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9144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971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📴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hors-ligne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42900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nulle sans connexion Internet — une dépendance critique.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14173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1148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"Local First consiste à réduire radicalement la complexité des applications — avec la propriété des données pour l'utilisateur."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Brooklyn Zelenka, chercheuse · Local First Berlin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développement local-first est une éthique qui conserve les données et le code sur l'appareil de l'utilisateur en priorité. Le cloud devient une option — non une obligation.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0" y="2011680"/>
            <a:ext cx="3749040" cy="246888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1488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5029200" y="3246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à construire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apps de la même façon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PRINCIPES FONDAMENTAUX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" y="1673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instantané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" y="20574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attente ni chargement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1448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10972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1673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Multi-appareils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14600" y="20574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transparente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91456" y="10972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91456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27448" y="1673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réseau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7448" y="20574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hors-ligne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67144" y="96012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04304" y="10972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004304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0296" y="167335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40296" y="20574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en mode offline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283464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29718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" y="354787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durables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0392" y="39319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Accessibles dans le temps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283464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9718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27832" y="354787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native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27832" y="39319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par défaut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32120" y="283464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0" y="29718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0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05272" y="354787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utilisateur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05272" y="39319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Pleine propriété des données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Ink &amp; Switch — Seven Ideals for Local-First Software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vs LOCAL-FIRST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54680" y="868680"/>
            <a:ext cx="2743200" cy="502920"/>
          </a:xfrm>
          <a:prstGeom prst="rect">
            <a:avLst/>
          </a:prstGeom>
          <a:solidFill>
            <a:srgbClr val="64748B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15468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Cloud-First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89320" y="868680"/>
            <a:ext cx="28346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868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Local-First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2834640" cy="658368"/>
          </a:xfrm>
          <a:prstGeom prst="rect">
            <a:avLst/>
          </a:prstGeom>
          <a:solidFill>
            <a:srgbClr val="1A2F4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3619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temps réel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463040"/>
            <a:ext cx="2743200" cy="658368"/>
          </a:xfrm>
          <a:prstGeom prst="rect">
            <a:avLst/>
          </a:prstGeom>
          <a:solidFill>
            <a:srgbClr val="1A2F42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53619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Difficile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1463040"/>
            <a:ext cx="2834640" cy="658368"/>
          </a:xfrm>
          <a:prstGeom prst="rect">
            <a:avLst/>
          </a:prstGeom>
          <a:solidFill>
            <a:srgbClr val="0F3530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153619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Natif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258568"/>
            <a:ext cx="2834640" cy="658368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33172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hors-ligne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54680" y="2258568"/>
            <a:ext cx="2743200" cy="658368"/>
          </a:xfrm>
          <a:prstGeom prst="rect">
            <a:avLst/>
          </a:prstGeom>
          <a:solidFill>
            <a:srgbClr val="1A2F42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233172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Inexistant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2258568"/>
            <a:ext cx="2834640" cy="658368"/>
          </a:xfrm>
          <a:prstGeom prst="rect">
            <a:avLst/>
          </a:prstGeom>
          <a:solidFill>
            <a:srgbClr val="0F3530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33172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Complet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054096"/>
            <a:ext cx="2834640" cy="658368"/>
          </a:xfrm>
          <a:prstGeom prst="rect">
            <a:avLst/>
          </a:prstGeom>
          <a:solidFill>
            <a:srgbClr val="1A2F4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2724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du service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54680" y="3054096"/>
            <a:ext cx="2743200" cy="658368"/>
          </a:xfrm>
          <a:prstGeom prst="rect">
            <a:avLst/>
          </a:prstGeom>
          <a:solidFill>
            <a:srgbClr val="1A2F42"/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312724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Panne = perte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3054096"/>
            <a:ext cx="2834640" cy="658368"/>
          </a:xfrm>
          <a:prstGeom prst="rect">
            <a:avLst/>
          </a:prstGeom>
          <a:solidFill>
            <a:srgbClr val="0F3530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312724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Copie locale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" y="3849624"/>
            <a:ext cx="2834640" cy="658368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92277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154680" y="3849624"/>
            <a:ext cx="2743200" cy="658368"/>
          </a:xfrm>
          <a:prstGeom prst="rect">
            <a:avLst/>
          </a:prstGeom>
          <a:solidFill>
            <a:srgbClr val="1A2F42"/>
          </a:solidFill>
          <a:ln/>
        </p:spPr>
      </p:sp>
      <p:sp>
        <p:nvSpPr>
          <p:cNvPr id="29" name="Text 27"/>
          <p:cNvSpPr/>
          <p:nvPr/>
        </p:nvSpPr>
        <p:spPr>
          <a:xfrm>
            <a:off x="3154680" y="392277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Sur-mesure / lourde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9320" y="3849624"/>
            <a:ext cx="2834640" cy="658368"/>
          </a:xfrm>
          <a:prstGeom prst="rect">
            <a:avLst/>
          </a:prstGeom>
          <a:solidFill>
            <a:srgbClr val="0F3530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392277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Sync générique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UTILISER LOCAL-FIRST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BON FIT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Édition de fichiers (texte, tableurs, CAD)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Musique, vidéo, notebooks Jupyter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Notes, tâches, calendrier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Messagerie, suivi de temps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Comptabilité personnelle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914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MAUVAIS FIT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Banque, paiements, finance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E-commerce, gestion d'inventaire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Covoiturage, logistique, fret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Ressources partagées centralisées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Données transactionnelles critiques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ARCHITECTURES LOCAL-FIRST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Uniquement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exclusivement sur l'appareil
</a:t>
            </a:r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synchronisation cloud
</a:t>
            </a:r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manuel entre appareils
</a:t>
            </a:r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simple à implémenter
</a:t>
            </a:r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Techniquement = app offline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3931920" cy="3840480"/>
          </a:xfrm>
          <a:prstGeom prst="rect">
            <a:avLst/>
          </a:prstGeom>
          <a:solidFill>
            <a:srgbClr val="0F35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60120"/>
            <a:ext cx="39319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Sync-Enabled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3317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automatique avec le cloud
</a:t>
            </a:r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multi-appareils
</a:t>
            </a:r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conflits (CRDTs)
</a:t>
            </a:r>
            <a:pPr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
</a:t>
            </a:r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 vrai Local-First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CONSTRUIRE UNE APP LOCAL-FIRST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170432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140817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votre SPA en Progressive Web App pour les interactions natives.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56816"/>
            <a:ext cx="73152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2121408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1214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048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local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1560" y="23591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localStorage à SQLite ou IndexedDB pour la persistance robuste.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07792"/>
            <a:ext cx="73152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" y="3072384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072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Auth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51560" y="33101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l'authentification et la synchronisation sécurisée cross-devices.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58768"/>
            <a:ext cx="73152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" y="4023360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4023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51560" y="426110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données sensibles stockées dans le navigateur.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5EEAD4">
              <a:alpha val="8000"/>
            </a:srgbClr>
          </a:solidFill>
          <a:ln w="12700">
            <a:solidFill>
              <a:srgbClr val="5EEAD4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First :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révolution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marche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Données chez l'utilisateur — pas dans le cloud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Latence quasi nulle, disponibilité permanente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Collaboration native avec résolution de conflits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Sécurité et confidentialité par conception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localfirstweb.dev  ·  localfirst.fm  ·  inkandswitch.com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First — Repenser le Développement Web</dc:title>
  <dc:subject>PptxGenJS Presentation</dc:subject>
  <dc:creator>PptxGenJS</dc:creator>
  <cp:lastModifiedBy>PptxGenJS</cp:lastModifiedBy>
  <cp:revision>1</cp:revision>
  <dcterms:created xsi:type="dcterms:W3CDTF">2026-03-08T18:32:25Z</dcterms:created>
  <dcterms:modified xsi:type="dcterms:W3CDTF">2026-03-08T18:32:25Z</dcterms:modified>
</cp:coreProperties>
</file>